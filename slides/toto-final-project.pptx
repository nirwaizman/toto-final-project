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Toto — Industry-Simulated AI Product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locally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Toto — Industry-Simulated AI Product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Final Project — AI Development &amp; Collaboration Course</a:t>
            </a:r>
          </a:p>
          <a:p>
            <a:pPr/>
            <a:r>
              <a:t>Nir Waizman</a:t>
            </a:r>
          </a:p>
          <a:p>
            <a:pPr/>
            <a:r>
              <a:t>CrewAI · Python · GitHub · Streamlit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hospitality group operates multiple hotels (inspired by real operations: Hotel Eilat, Theodor Tel Aviv)</a:t>
            </a:r>
          </a:p>
          <a:p>
            <a:pPr/>
            <a:r>
              <a:t>Management needs two perspectives on booking data:</a:t>
            </a:r>
          </a:p>
          <a:p>
            <a:pPr lvl="1"/>
            <a:r>
              <a:t>Descriptive: "What has happened in our bookings?"</a:t>
            </a:r>
          </a:p>
          <a:p>
            <a:pPr lvl="1"/>
            <a:r>
              <a:t>Predictive: "Which bookings are likely to cancel?"</a:t>
            </a:r>
          </a:p>
          <a:p>
            <a:pPr/>
            <a:r>
              <a:t>This project simulates a real AI product team solving both, using two collaborating CrewAI crews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Concept — "Toto"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Inspired by Toto: a real, daily-operating personal AI assistant</a:t>
            </a:r>
          </a:p>
          <a:p>
            <a:pPr/>
            <a:r>
              <a:t>Same core idea — an AI agent that ingests data, reasons, acts, and reports</a:t>
            </a:r>
          </a:p>
          <a:p>
            <a:pPr/>
            <a:r>
              <a:t>Reimagined here as a two-crew hospitality analytics pipeline</a:t>
            </a:r>
          </a:p>
          <a:p>
            <a:pPr/>
            <a:r>
              <a:t>Proves the multi-agent collaboration pattern on a real, high-value business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Crew 1 — Data Analyst Crew (4 agents)</a:t>
            </a:r>
          </a:p>
          <a:p>
            <a:pPr/>
            <a:r>
              <a:t>CrewAI Flow — automated handoff + validation gate</a:t>
            </a:r>
          </a:p>
          <a:p>
            <a:pPr/>
            <a:r>
              <a:t>Crew 2 — Data Scientist Crew (3 agents)</a:t>
            </a:r>
          </a:p>
          <a:p>
            <a:pPr/>
            <a:r>
              <a:t>Streamlit UI — visualizes everything end to 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Crew 1 — Data Analyst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Ingestion Specialist — profiles the raw dataset</a:t>
            </a:r>
          </a:p>
          <a:p>
            <a:pPr/>
            <a:r>
              <a:t>Data Cleaning Engineer — produces clean_data.csv</a:t>
            </a:r>
          </a:p>
          <a:p>
            <a:pPr/>
            <a:r>
              <a:t>EDA Analyst — produces eda_report.html</a:t>
            </a:r>
          </a:p>
          <a:p>
            <a:pPr/>
            <a:r>
              <a:t>Insights &amp; Contract Writer — produces insights.md + dataset_contract.json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Hotel Booking Demand — 119,390 real hotel reservations</a:t>
            </a:r>
          </a:p>
          <a:p>
            <a:pPr/>
            <a:r>
              <a:t>Resort Hotel + City Hotel, Portugal, 2015-2017</a:t>
            </a:r>
          </a:p>
          <a:p>
            <a:pPr/>
            <a:r>
              <a:t>Target: is_canceled (37.3% cancellation rate)</a:t>
            </a:r>
          </a:p>
          <a:p>
            <a:pPr/>
            <a:r>
              <a:t>Chosen for direct relevance to hospitality revenue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City Hotel cancels 41.8% of bookings vs 28.1% for Resort Hotel</a:t>
            </a:r>
          </a:p>
          <a:p>
            <a:pPr/>
            <a:r>
              <a:t>OTAs control ~68% of all bookings — high commission exposure</a:t>
            </a:r>
          </a:p>
          <a:p>
            <a:pPr/>
            <a:r>
              <a:t>Portugal dominates demand (47,784 bookings) — concentration risk</a:t>
            </a:r>
          </a:p>
          <a:p>
            <a:pPr/>
            <a:r>
              <a:t>Average lead time: 104.6 days — enables proactive revenue management</a:t>
            </a:r>
          </a:p>
          <a:p>
            <a:pPr/>
            <a:r>
              <a:t>37.3% overall cancellation rate justifies a predictive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CrewAI Flow — The Handoff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Automates Crew 1 -&gt; Crew 2 handoff</a:t>
            </a:r>
          </a:p>
          <a:p>
            <a:pPr/>
            <a:r>
              <a:t>Validation gate: confirms dataset_contract.json matches clean_data.csv</a:t>
            </a:r>
          </a:p>
          <a:p>
            <a:pPr/>
            <a:r>
              <a:t>Confirms all required columns exist before modeling starts</a:t>
            </a:r>
          </a:p>
          <a:p>
            <a:pPr/>
            <a:r>
              <a:t>Fails gracefully with FlowValidationError if any check fails</a:t>
            </a:r>
          </a:p>
          <a:p>
            <a:pPr/>
            <a:r>
              <a:t>Full run log saved to outputs/flow_run_log.json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Crew 2 — Data Scientist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Contract Validator — confirms data matches the contract, flags leakage risk</a:t>
            </a:r>
          </a:p>
          <a:p>
            <a:pPr/>
            <a:r>
              <a:t>Feature Engineer — produces leakage-free features.csv</a:t>
            </a:r>
          </a:p>
          <a:p>
            <a:pPr/>
            <a:r>
              <a:t>ML Engineer — trains 2 models, compares them, saves model.pkl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Compared RandomForest vs GradientBoosting</a:t>
            </a:r>
          </a:p>
          <a:p>
            <a:pPr/>
            <a:r>
              <a:t>Temporal train/test split (train 2015-2016, test 2017) — no data leakage</a:t>
            </a:r>
          </a:p>
          <a:p>
            <a:pPr/>
            <a:r>
              <a:t>GradientBoosting selected — ROC-AUC 0.876, F1 0.702</a:t>
            </a:r>
          </a:p>
          <a:p>
            <a:pPr/>
            <a:r>
              <a:t>reservation_status excluded as a leakage column — critical modeling discipline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Card — 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Purpose: support overbooking/deposit decisions, not deny individual guests</a:t>
            </a:r>
          </a:p>
          <a:p>
            <a:pPr/>
            <a:r>
              <a:t>Limitations: Portugal-only data, ~63% recall, no pandemic-era patterns</a:t>
            </a:r>
          </a:p>
          <a:p>
            <a:pPr/>
            <a:r>
              <a:t>Ethical considerations: country feature flagged as a bias risk</a:t>
            </a:r>
          </a:p>
          <a:p>
            <a:pPr/>
            <a:r>
              <a:t>Predictions are advisory — human review required before policy 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Overview tab — explains the architecture</a:t>
            </a:r>
          </a:p>
          <a:p>
            <a:pPr/>
            <a:r>
              <a:t>Run Flow tab — triggers the full CrewAI Flow live</a:t>
            </a:r>
          </a:p>
          <a:p>
            <a:pPr/>
            <a:r>
              <a:t>EDA &amp; Insights tab — interactive charts + business insights</a:t>
            </a:r>
          </a:p>
          <a:p>
            <a:pPr/>
            <a:r>
              <a:t>Model Results tab — live cancellation probability predictor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CrewAI, Python 3.12, GitHub, Streamlit</a:t>
            </a:r>
          </a:p>
          <a:p>
            <a:pPr/>
            <a:r>
              <a:t>Pandas, Scikit-Learn for data + modeling</a:t>
            </a:r>
          </a:p>
          <a:p>
            <a:pPr/>
            <a:r>
              <a:t>All artifacts version-controlled and reproducible from data/raw</a:t>
            </a:r>
          </a:p>
          <a:p>
            <a:pPr/>
            <a:r>
              <a:t>Deterministic tools (not LLM hallucination) for every data operation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working, reproducible two-crew CrewAI Flow</a:t>
            </a:r>
          </a:p>
          <a:p>
            <a:pPr/>
            <a:r>
              <a:t>Solves a real hospitality business problem</a:t>
            </a:r>
          </a:p>
          <a:p>
            <a:pPr/>
            <a:r>
              <a:t>Same architecture pattern used by Toto in daily operations</a:t>
            </a:r>
          </a:p>
          <a:p>
            <a:pPr/>
            <a:r>
              <a:t>Repository: github.com/nirwaizman/toto-final-project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