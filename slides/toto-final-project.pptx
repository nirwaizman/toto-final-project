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Toto — Industry-Simulated AI Product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97316"/>
                </a:solidFill>
                <a:latin typeface="Calibri"/>
              </a:rPr>
              <a:t>A Two-Crew CrewAI System for Hotel Booking Cancellation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Calibri"/>
              </a:rPr>
              <a:t>Final Project — AI Development &amp; Collaboration Course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Calibri"/>
              </a:rPr>
              <a:t>Nir Waizman  | 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Business Background &amp; the Problem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The Concept — meet Toto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High-Level Architecture (2 Crews + Flow)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Dataset &amp; EDA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Crew 1 — Data Analyst (4 agents)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Crew 2 — Data Scientist (3 agents)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Model Results &amp; Model Card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Streamlit App Demo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Tech Stack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Business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A hospitality group operates multiple hotels (inspired by real operations: boutique hotel in Eilat + city-center hotel in Tel Aviv).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Booking cancellations create major revenue-management risk: unsold rooms, wasted staffing, inaccurate forecasts.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The business needs a data-driven way to flag high-risk bookings early — before check-in — to enable smarter overbooking and deposit policy.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Goal: build an end-to-end, reproducible AI pipeline that ingests booking data, extracts insights, and predicts cancellation risk.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63040"/>
            <a:ext cx="4937760" cy="4800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29768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5897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119,390 real hotel bookings (Portugal, 2015–2017)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The Concept — "Toto"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Inspired by Toto: a real, daily-operating personal AI assistant already handling legal tracking, banking, family logistics and hotel operations for its user.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This project simulates the same philosophy at industry scale: specialized AI agents, each with one clear job, collaborating through defined handoffs.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Crew 1 (Data Analyst) mirrors how Toto ingests raw, messy real-world information and turns it into structured, trustworthy insight.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Crew 2 (Data Scientist) mirrors how Toto turns insight into a decision-support tool — a live prediction, not just a report.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The CrewAI Flow enforces validation gates between crews — just like Toto never acts on unverified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High-Level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383280" cy="32918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1600" b="1">
                <a:solidFill>
                  <a:srgbClr val="2563EB"/>
                </a:solidFill>
              </a:rPr>
              <a:t>Crew 1</a:t>
            </a:r>
            <a:br/>
            <a:r>
              <a:t>Data Analyst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Ingestion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Cleaning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EDA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Insights + Contract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194560"/>
            <a:ext cx="32918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1600" b="1">
                <a:solidFill>
                  <a:srgbClr val="F97316"/>
                </a:solidFill>
              </a:rPr>
              <a:t>CrewAI Flow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Validation gate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Fails gracefully on</a:t>
            </a:r>
            <a:br/>
            <a:r>
              <a:t>leakage / mismatch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Auto-handoff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554480"/>
            <a:ext cx="3383280" cy="32918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1600" b="1">
                <a:solidFill>
                  <a:srgbClr val="10B981"/>
                </a:solidFill>
              </a:rPr>
              <a:t>Crew 2</a:t>
            </a:r>
            <a:br/>
            <a:r>
              <a:t>Data Scientist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Contract Validator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Feature Engineer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</a:rPr>
              <a:t>• ML Engineer (train + eval)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3200400"/>
            <a:ext cx="502920" cy="0"/>
          </a:xfrm>
          <a:prstGeom prst="bentConnector3">
            <a:avLst/>
          </a:prstGeom>
          <a:ln w="317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726679" y="3200400"/>
            <a:ext cx="548641" cy="0"/>
          </a:xfrm>
          <a:prstGeom prst="bentConnector3">
            <a:avLst/>
          </a:prstGeom>
          <a:ln w="317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BD5E1"/>
                </a:solidFill>
                <a:latin typeface="Calibri"/>
              </a:rPr>
              <a:t>Output: clean_data.csv → eda_report.html → insights.md → dataset_contract.json → features.csv → model.pkl → evaluation_report.md → model_card.md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Hotel Booking Demand — 119,390 real hotel reservations.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Resort Hotel + City Hotel, Portugal, 2015–2017.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Temporal split: train on 2015–2016 (77,438 rows), test on 2017 (40,129 rows) — simulates real forecasting.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Leakage columns explicitly excluded: reservation_status, reservation_status_date.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33 columns in the clean data; 25 contract-approved modeling features.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394960" cy="4983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ookings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8065008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60807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Seasonal booking volume — summer peak clearly 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Crew 1 — Data Analyst (4 Agents)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Data Ingestion Specialist — profiles the raw dataset, flags types and ranges.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Data Cleaning Specialist — handles nulls, duplicates, outliers.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EDA Analyst — generates statistics and an HTML report.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Insights &amp; Contract Writer — writes business insights and produces the machine-readable dataset_contract.json used to gate Crew 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120640" cy="4983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ncel_by_ho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6272784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080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City Hotel cancels far more often than Resort Hotel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Key Business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City Hotel cancels 41.8% of bookings vs 28.1% for Resort Hotel — nearly 50% higher risk.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Non-refundable deposits show a paradoxically high cancellation rate — a red flag worth investigating operationally.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Longer lead time correlates strongly with higher cancellation probability.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Recommendation: apply stricter overbooking buffers for City Hotel and long-lead-time bookings.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212080" cy="4983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ncel_by_depos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6272784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080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Cancellation rate by deposit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CrewAI Flow — The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Automates Crew 1 → Crew 2 handoff — no manual file passing.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Validation gate: confirms clean_data.csv matches dataset_contract.json before any modeling starts.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Fails gracefully: if leakage columns are detected or the contract doesn't match, the Flow stops Crew 2 and reports why.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●  This mirrors production ML pipelines, where a broken upstream contract must never silently corrupt downstream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120640" cy="4983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ad_tim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6272784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080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Lead time distribution: canceled vs completed bookings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Crew 2 — Data Scientist (3 Agents)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Contract Validator — confirms data matches the contract, flags any leakage columns before proceeding.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Feature Engineer — builds the modeling feature set (features.csv) from validated clean data.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ML Engineer — trains and evaluates candidate models, selects the best one, writes evaluation_report.md and model_card.md.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Model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7498079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8312727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55448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CBD5E1"/>
                </a:solidFill>
                <a:latin typeface="Calibri"/>
              </a:rPr>
              <a:t>●  Compared RandomForest vs GradientBoosting.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CBD5E1"/>
                </a:solidFill>
                <a:latin typeface="Calibri"/>
              </a:rPr>
              <a:t>●  Temporal train/test split (2015–16 → 2017).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CBD5E1"/>
                </a:solidFill>
                <a:latin typeface="Calibri"/>
              </a:rPr>
              <a:t>●  GradientBoosting selected: ROC-AUC 0.875, F1 0.693.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CBD5E1"/>
                </a:solidFill>
                <a:latin typeface="Calibri"/>
              </a:rPr>
              <a:t>●  Edges out RandomForest on ROC-AUC (0.875 vs 0.871).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Model Card — Responsible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Purpose: support overbooking / deposit-policy decisions — not to deny individual guests service.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Model: GradientBoostingClassifier, trained on 2015–2016 bookings, tested on 2017 (temporal holdout).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Performance: Accuracy 78.7%, Precision 79.1%, Recall 61.7%, F1 0.693, ROC-AUC 0.875.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Known limitation: recall of ~62% means ~38% of true cancellations are missed — model should support, not replace, human judgment.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No PII used as a feature; country and market segment are aggregate categorical fields only.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Streamlit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023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●  Overview tab — explains the architecture.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●  Run Flow tab — triggers the live CrewAI Flow end-to-end.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●  EDA tab — interactive charts on the cleaned dataset.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>
                <a:solidFill>
                  <a:srgbClr val="CBD5E1"/>
                </a:solidFill>
                <a:latin typeface="Calibri"/>
              </a:rPr>
              <a:t>●  Model tab — live cancellation-risk prediction from user input.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417320"/>
            <a:ext cx="667512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508760"/>
            <a:ext cx="829056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Tech Stack &amp;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CrewAI, Python 3.12, GitHub, Streamlit.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Pandas, Scikit-Learn, Matplotlib/Seaborn for data + modeling.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Claude (Anthropic) as the LLM backing every agent.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Fully reproducible: requirements.txt, .env-based secrets (excluded from Git), documented outputs contract.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>
                <a:solidFill>
                  <a:srgbClr val="CBD5E1"/>
                </a:solidFill>
                <a:latin typeface="Calibri"/>
              </a:rPr>
              <a:t>●  Public repo: github.com/nirwaizman/toto-final-project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A working, reproducible two-crew CrewAI Flow — 7 specialized agents total.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Solves a real hospitality problem: predicting booking cancellation risk to support revenue decisions.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Full pipeline: raw data → validated contract → engineered features → trained model → live app.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>
                <a:solidFill>
                  <a:srgbClr val="CBD5E1"/>
                </a:solidFill>
                <a:latin typeface="Calibri"/>
              </a:rPr>
              <a:t>●  Same philosophy as Toto: specialized agents, verified handoffs, decision support — not blind automation.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